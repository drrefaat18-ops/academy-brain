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107"/>
  </p:normalViewPr>
  <p:slideViewPr>
    <p:cSldViewPr snapToGrid="0" snapToObjects="1">
      <p:cViewPr varScale="1">
        <p:scale>
          <a:sx n="70" d="100"/>
          <a:sy n="70" d="100"/>
        </p:scale>
        <p:origin x="15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9a64b5986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49a64b5986_0_49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49a64b5986_0_49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b93448a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4b93448afc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4b93448afc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b1c38d7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4b1c38d769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4b1c38d769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b1c38d76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4b1c38d769_0_8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When button ‘a’ is pressed the the musical phrase a, c, d, d, e, e, e will be played.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use of ‘forever’ means the computer is constantly checking to see if button ‘a’ has been pressed.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music blocks (red) may be new to the students.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Selection is being used because the computer will only carry out the actions when button ‘a’ is pressed.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Inputs are being used as button ‘a’ is an input.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Repetition is being used as the program is checking forever if button ‘a’ has been pressed.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program can be improved by using repetition (loops) to state how many times to play d and e instead of using a new block for each note. </a:t>
            </a:r>
            <a:endParaRPr dirty="0"/>
          </a:p>
        </p:txBody>
      </p:sp>
      <p:sp>
        <p:nvSpPr>
          <p:cNvPr id="127" name="Google Shape;127;g4b1c38d769_0_87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d657b9c3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5d657b9c3f_1_23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Using repetition means we use fewer blocks therefore the program is quicker to write and there are fewer blocks to check when debugging.</a:t>
            </a:r>
            <a:endParaRPr dirty="0"/>
          </a:p>
        </p:txBody>
      </p:sp>
      <p:sp>
        <p:nvSpPr>
          <p:cNvPr id="134" name="Google Shape;134;g5d657b9c3f_1_23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bb79e25a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5bb79e25a1_0_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1" name="Google Shape;141;g5bb79e25a1_0_4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b1c38d76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4b1c38d769_0_14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4b1c38d769_0_14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d657b9c3f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5d657b9c3f_1_3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5d657b9c3f_1_35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5d657b9c3f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5d657b9c3f_1_4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5d657b9c3f_1_41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d657b9c3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5d657b9c3f_1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5d657b9c3f_1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5d657b9c3f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5d657b9c3f_1_1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5d657b9c3f_1_15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rge quote">
  <p:cSld name="Large quote">
    <p:bg>
      <p:bgPr>
        <a:solidFill>
          <a:srgbClr val="00C80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768000" y="2294400"/>
            <a:ext cx="10579255" cy="22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103685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4104"/>
              <a:buFont typeface="Noto Sans Symbols"/>
              <a:buNone/>
              <a:defRPr sz="5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2140800" y="3734400"/>
            <a:ext cx="783834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233291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>
            <a:spLocks noGrp="1"/>
          </p:cNvSpPr>
          <p:nvPr>
            <p:ph type="pic" idx="2"/>
          </p:nvPr>
        </p:nvSpPr>
        <p:spPr>
          <a:xfrm>
            <a:off x="0" y="1"/>
            <a:ext cx="12191875" cy="6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8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24628" y="358342"/>
            <a:ext cx="1013574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303333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0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7962E-C4B1-6245-904A-8FEBA7E1D0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0368" y="6203732"/>
            <a:ext cx="10922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rKPI8fZ8y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code.microbit.org/#edito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code.microbit.org/_aVp4eogoWDA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578589" y="1651028"/>
            <a:ext cx="1113433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Musical micro:bit </a:t>
            </a:r>
            <a:endParaRPr b="1"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Teacher lesson guide </a:t>
            </a:r>
            <a:endParaRPr sz="6000" b="0" i="0" u="none" strike="noStrike" cap="none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Lesson 2</a:t>
            </a:r>
            <a:endParaRPr sz="6000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8933200" y="4664970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6268264" y="5387311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10484279" y="388269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7">
            <a:off x="3275646" y="4901076"/>
            <a:ext cx="866231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 amt="5000"/>
          </a:blip>
          <a:srcRect/>
          <a:stretch/>
        </p:blipFill>
        <p:spPr>
          <a:xfrm rot="-2090590" flipH="1">
            <a:off x="838950" y="4940120"/>
            <a:ext cx="1033233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6">
            <a:alphaModFix amt="5000"/>
          </a:blip>
          <a:srcRect/>
          <a:stretch/>
        </p:blipFill>
        <p:spPr>
          <a:xfrm rot="1801578">
            <a:off x="5443054" y="666436"/>
            <a:ext cx="830446" cy="64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379877" y="2249455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3">
            <a:off x="1542324" y="271567"/>
            <a:ext cx="866232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F1A845-49DB-6F44-A747-F6CEC9A35AC3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68" y="5306667"/>
            <a:ext cx="2304255" cy="1098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use existing knowledge to improve programs.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and debug musical programs.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experiment with the micro:bit to make music.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Writing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Discuss with your partner: </a:t>
            </a:r>
            <a:b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</a:b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was the goal of the algorithms we wrote last lesson?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Who was the intended audience of the algorithms?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could our algorithms be improved?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887125" y="334350"/>
            <a:ext cx="6334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Represent that tune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Represent the algorithm someone who cannot read music might have used to play this musical phrase.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 points from your evaluation last session.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23" name="Google Shape;123;p18" title="IMG_066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522" y="1586364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A8B715-A44D-304E-972C-2F844E45B829}"/>
              </a:ext>
            </a:extLst>
          </p:cNvPr>
          <p:cNvSpPr/>
          <p:nvPr/>
        </p:nvSpPr>
        <p:spPr>
          <a:xfrm>
            <a:off x="9487236" y="5043473"/>
            <a:ext cx="25330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67AC6"/>
                </a:solidFill>
                <a:latin typeface="+mj-lt"/>
                <a:hlinkClick r:id="rId3"/>
              </a:rPr>
              <a:t>https://youtu.be/grKPI8fZ8yw</a:t>
            </a:r>
            <a:r>
              <a:rPr lang="en-GB" dirty="0">
                <a:solidFill>
                  <a:srgbClr val="167AC6"/>
                </a:solidFill>
                <a:latin typeface="+mj-lt"/>
              </a:rPr>
              <a:t> </a:t>
            </a:r>
            <a:endParaRPr lang="en-GB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1012900" y="367400"/>
            <a:ext cx="60138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Reading programs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statements can you make about this program?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Which blocks have/haven’t we used before?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Which computing concepts are being used?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could you improve this program?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165B44-0C02-2041-9445-897479433CE5}"/>
              </a:ext>
            </a:extLst>
          </p:cNvPr>
          <p:cNvSpPr/>
          <p:nvPr/>
        </p:nvSpPr>
        <p:spPr>
          <a:xfrm>
            <a:off x="6648202" y="6572830"/>
            <a:ext cx="34179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https://makecode.microbit.org/_407eMmEy9Ciu</a:t>
            </a:r>
          </a:p>
        </p:txBody>
      </p:sp>
      <p:pic>
        <p:nvPicPr>
          <p:cNvPr id="6" name="Picture 5" descr="MakeCode: &#10;Forever&#10;If Button A is pressed&#10;Play Low A for 1 beat until done&#10;Play Middle C for 1 beat until done&#10;Play Middle D for 1 beat until done&#10;Play Middle D for 1 beat until done&#10;Play Middle E for 1 beat until done&#10;Play Middle E for 1 beat until done&#10;Play Middle E for 1 beat until done">
            <a:extLst>
              <a:ext uri="{FF2B5EF4-FFF2-40B4-BE49-F238E27FC236}">
                <a16:creationId xmlns:a16="http://schemas.microsoft.com/office/drawing/2014/main" id="{9F056036-F7EA-248B-D4B8-5D2CA5AE0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781737"/>
            <a:ext cx="5055029" cy="4863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1012900" y="367400"/>
            <a:ext cx="60138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Reviewing programs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Explain how you wrote a program with the same musical phrase using fewer blocks.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computing concept were you making use of?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Why is it more effective to use this concept?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2" name="Picture 1" descr="MakeCode: &#10;Forever&#10;If Button A is pressed&#10;Play Low A for 1 beat until done&#10;Play Middle C for 1 beat until done&#10;Play Middle D for 1 beat until done&#10;Play Middle D for 1 beat until done&#10;Play Middle E for 1 beat until done&#10;Play Middle E for 1 beat until done&#10;Play Middle E for 1 beat until done">
            <a:extLst>
              <a:ext uri="{FF2B5EF4-FFF2-40B4-BE49-F238E27FC236}">
                <a16:creationId xmlns:a16="http://schemas.microsoft.com/office/drawing/2014/main" id="{CD45B14B-6586-07C4-2147-A7E612E0C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202" y="781737"/>
            <a:ext cx="5214027" cy="5016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From algorithms to programs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 </a:t>
            </a: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  <a:hlinkClick r:id="rId3"/>
              </a:rPr>
              <a:t>MakeCode editor</a:t>
            </a: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 to program each of your musical phrases.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Each musical phrase should start with a different input. Why?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Remember to test and debug your program as you work.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1012900" y="367400"/>
            <a:ext cx="110670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Making the micro:bit musical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When your program works, download and transfer it to your micro:bit.</a:t>
            </a:r>
            <a:b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</a:b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 equipment provided to work out how to get the micro:bit to play the musical phrases.</a:t>
            </a:r>
            <a:b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</a:b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 image on the next slide to help you.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Hint: accuracy is very important!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1012900" y="367400"/>
            <a:ext cx="110670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Making the micro:bit musical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4012"/>
          <a:stretch/>
        </p:blipFill>
        <p:spPr>
          <a:xfrm>
            <a:off x="4147175" y="1648050"/>
            <a:ext cx="3897644" cy="50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 revisited: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use existing knowledge to improve given programs.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and debug musical own programs.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experiment with the micro:bit to make music.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t="22387" b="17138"/>
          <a:stretch/>
        </p:blipFill>
        <p:spPr>
          <a:xfrm>
            <a:off x="1659625" y="0"/>
            <a:ext cx="8305701" cy="22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t="22387" b="17138"/>
          <a:stretch/>
        </p:blipFill>
        <p:spPr>
          <a:xfrm>
            <a:off x="1659625" y="3936675"/>
            <a:ext cx="8305701" cy="22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28D415-697A-3B44-B961-AE5A1305254E}"/>
              </a:ext>
            </a:extLst>
          </p:cNvPr>
          <p:cNvSpPr/>
          <p:nvPr/>
        </p:nvSpPr>
        <p:spPr>
          <a:xfrm>
            <a:off x="216321" y="6397824"/>
            <a:ext cx="40158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https://makecode.microbit.org/_aVp4eogoWDA1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MakeCode:&#10;Forever&#10;If Button A is pressed then&#10;Play tone Low A for 1 beat until done&#10;Play tone Middle C for 1 beat until done&#10;Repeat 2 times&#10;Play tone Middle D for 1 beat until done&#10;Repeat 4 times&#10;Play tone Middle E for 1 beat until done">
            <a:extLst>
              <a:ext uri="{FF2B5EF4-FFF2-40B4-BE49-F238E27FC236}">
                <a16:creationId xmlns:a16="http://schemas.microsoft.com/office/drawing/2014/main" id="{7E3B37C7-381E-B934-EF4F-A6CFA03B3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725" y="74511"/>
            <a:ext cx="6896775" cy="62119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519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Cabin</vt:lpstr>
      <vt:lpstr>Calibri</vt:lpstr>
      <vt:lpstr>Noto Sans Symbols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 Hemaya</cp:lastModifiedBy>
  <cp:revision>21</cp:revision>
  <dcterms:modified xsi:type="dcterms:W3CDTF">2026-01-17T15:05:40Z</dcterms:modified>
</cp:coreProperties>
</file>